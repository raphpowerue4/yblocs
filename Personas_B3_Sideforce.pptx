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502920" y="-502920"/>
            <a:ext cx="1554480" cy="1554480"/>
          </a:xfrm>
          <a:prstGeom prst="rtTriangle">
            <a:avLst/>
          </a:prstGeom>
          <a:solidFill>
            <a:srgbClr val="35D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155680" y="5486400"/>
            <a:ext cx="1554480" cy="1554480"/>
          </a:xfrm>
          <a:prstGeom prst="rtTriangle">
            <a:avLst/>
          </a:prstGeom>
          <a:solidFill>
            <a:srgbClr val="9BE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548640"/>
            <a:ext cx="2743200" cy="5760720"/>
          </a:xfrm>
          <a:prstGeom prst="roundRect">
            <a:avLst>
              <a:gd name="adj" fmla="val 4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9888" y="1783080"/>
            <a:ext cx="822960" cy="822960"/>
          </a:xfrm>
          <a:prstGeom prst="ellipse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783080" cy="1920240"/>
          </a:xfrm>
          <a:prstGeom prst="roundRect">
            <a:avLst>
              <a:gd name="adj" fmla="val 50000"/>
            </a:avLst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852160"/>
            <a:ext cx="2560320" cy="36576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5B6472"/>
                </a:solidFill>
                <a:latin typeface="Arial"/>
              </a:rPr>
              <a:t>[ Portrait à insérer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548640"/>
            <a:ext cx="845820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731520"/>
            <a:ext cx="3108960" cy="50292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E2A44"/>
                </a:solidFill>
                <a:latin typeface="Arial"/>
              </a:rPr>
              <a:t>Léa, joueuse compétitive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25880"/>
            <a:ext cx="3108960" cy="658368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22 ans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Étudiante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Joueuse PC · speedrun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731520"/>
            <a:ext cx="5166360" cy="1143000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Léa enchaîne des sessions courtes et intenses. Elle cherche à battre ses temps, à grimper au classement et à maîtriser parfaitement le mouvement. Très active sur Twitch et TikTok où elle suit runs et défis communautaires.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40280"/>
            <a:ext cx="3291840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A44"/>
                </a:solidFill>
                <a:latin typeface="Arial"/>
              </a:rPr>
              <a:t>Motivations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15184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Fluidité / game feel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706624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6320" y="2706624"/>
            <a:ext cx="2041398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999232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Progression &amp;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090672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3090672"/>
            <a:ext cx="1933956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383279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Compétition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474720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3474720"/>
            <a:ext cx="1826514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3950208"/>
            <a:ext cx="3291840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A44"/>
                </a:solidFill>
                <a:latin typeface="Arial"/>
              </a:rPr>
              <a:t>Canaux préférés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31596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Twitch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440740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83480" y="4407408"/>
            <a:ext cx="1810512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468172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TikTok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477316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83480" y="4773168"/>
            <a:ext cx="1709928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504748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Steam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513892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83480" y="5138928"/>
            <a:ext cx="1609344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541324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YouTube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550468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83480" y="5504688"/>
            <a:ext cx="1207008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577900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Discord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87044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983480" y="5870448"/>
            <a:ext cx="1307592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22402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Thématiques qui l'intéressent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2670048"/>
            <a:ext cx="983894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2670048"/>
            <a:ext cx="983894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Speedrun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1742" y="2670048"/>
            <a:ext cx="1236268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11742" y="2670048"/>
            <a:ext cx="1236268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Parkour FPS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57739" y="2670048"/>
            <a:ext cx="1236268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57739" y="2670048"/>
            <a:ext cx="1236268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Leaderboard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3090672"/>
            <a:ext cx="899769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3090672"/>
            <a:ext cx="899769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Modding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36118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Ses objectifs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3950208"/>
            <a:ext cx="3977639" cy="1005840"/>
          </a:xfrm>
          <a:prstGeom prst="rect">
            <a:avLst/>
          </a:prstGeom>
          <a:noFill/>
        </p:spPr>
        <p:txBody>
          <a:bodyPr wrap="square" lIns="18288" rIns="36576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Battre ses records et grimper au classement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Maîtriser le mouvement (wallrun, slide)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Des runs fluides à rejouer en boucle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49834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Ses frustrations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5321808"/>
            <a:ext cx="3977639" cy="1005840"/>
          </a:xfrm>
          <a:prstGeom prst="rect">
            <a:avLst/>
          </a:prstGeom>
          <a:noFill/>
        </p:spPr>
        <p:txBody>
          <a:bodyPr wrap="square" lIns="18288" rIns="36576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Contrôles peu réactifs / input lag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Feedback visuel &amp; sonore pauvre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Pas de die &amp; retry instantané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5BFF"/>
                </a:solidFill>
                <a:latin typeface="Arial"/>
              </a:rPr>
              <a:t>B3.A2.C1  ·  USER PERSONA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502920" y="-502920"/>
            <a:ext cx="1554480" cy="1554480"/>
          </a:xfrm>
          <a:prstGeom prst="rtTriangle">
            <a:avLst/>
          </a:prstGeom>
          <a:solidFill>
            <a:srgbClr val="35D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155680" y="5486400"/>
            <a:ext cx="1554480" cy="1554480"/>
          </a:xfrm>
          <a:prstGeom prst="rtTriangle">
            <a:avLst/>
          </a:prstGeom>
          <a:solidFill>
            <a:srgbClr val="9BE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548640"/>
            <a:ext cx="2743200" cy="5760720"/>
          </a:xfrm>
          <a:prstGeom prst="roundRect">
            <a:avLst>
              <a:gd name="adj" fmla="val 4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9888" y="1783080"/>
            <a:ext cx="822960" cy="822960"/>
          </a:xfrm>
          <a:prstGeom prst="ellipse">
            <a:avLst/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1783080" cy="1920240"/>
          </a:xfrm>
          <a:prstGeom prst="roundRect">
            <a:avLst>
              <a:gd name="adj" fmla="val 50000"/>
            </a:avLst>
          </a:prstGeom>
          <a:solidFill>
            <a:srgbClr val="C3C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852160"/>
            <a:ext cx="2560320" cy="36576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5B6472"/>
                </a:solidFill>
                <a:latin typeface="Arial"/>
              </a:rPr>
              <a:t>[ Portrait à insérer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548640"/>
            <a:ext cx="845820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731520"/>
            <a:ext cx="3108960" cy="50292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E2A44"/>
                </a:solidFill>
                <a:latin typeface="Arial"/>
              </a:rPr>
              <a:t>Paul, joueur casual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25880"/>
            <a:ext cx="3108960" cy="658368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36 ans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Père de famille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Joueur PC /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731520"/>
            <a:ext cx="5166360" cy="1143000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Paul joue pour se détendre, par sessions courtes et segmentées. Il veut du plaisir immédiat et un jeu simple à prendre en main, sans courbe d'apprentissage frustrante ni gros investissement de temps.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40280"/>
            <a:ext cx="3291840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A44"/>
                </a:solidFill>
                <a:latin typeface="Arial"/>
              </a:rPr>
              <a:t>Motivations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15184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Plaisir immédiat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706624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46320" y="2706624"/>
            <a:ext cx="1933956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999232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Simplicité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090672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3090672"/>
            <a:ext cx="1826514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383279"/>
            <a:ext cx="141732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Détente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474720"/>
            <a:ext cx="214884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3474720"/>
            <a:ext cx="1611630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3950208"/>
            <a:ext cx="3291840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A44"/>
                </a:solidFill>
                <a:latin typeface="Arial"/>
              </a:rPr>
              <a:t>Canaux préférés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31596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Facebook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440740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83480" y="4407408"/>
            <a:ext cx="1709928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468172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Instagram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477316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83480" y="4773168"/>
            <a:ext cx="1609344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504748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YouTube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513892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83480" y="5138928"/>
            <a:ext cx="1106424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541324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Steam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550468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83480" y="5504688"/>
            <a:ext cx="1005840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5779008"/>
            <a:ext cx="1554480" cy="310896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Arial"/>
              </a:rPr>
              <a:t>Newsletter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5870448"/>
            <a:ext cx="2011680" cy="155448"/>
          </a:xfrm>
          <a:prstGeom prst="roundRect">
            <a:avLst>
              <a:gd name="adj" fmla="val 50000"/>
            </a:avLst>
          </a:prstGeom>
          <a:solidFill>
            <a:srgbClr val="E6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983480" y="5870448"/>
            <a:ext cx="603504" cy="155448"/>
          </a:xfrm>
          <a:prstGeom prst="roundRect">
            <a:avLst>
              <a:gd name="adj" fmla="val 50000"/>
            </a:avLst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22402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Thématiques qui l'intéressent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2670048"/>
            <a:ext cx="1236268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2670048"/>
            <a:ext cx="1236268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Jeux courts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64116" y="2670048"/>
            <a:ext cx="815644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64116" y="2670048"/>
            <a:ext cx="815644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Arcade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89489" y="2670048"/>
            <a:ext cx="899769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89489" y="2670048"/>
            <a:ext cx="899769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Détente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3090672"/>
            <a:ext cx="899769" cy="31089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2D5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3090672"/>
            <a:ext cx="899769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2D5BFF"/>
                </a:solidFill>
                <a:latin typeface="Arial"/>
              </a:rPr>
              <a:t>Console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36118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Ses objectifs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3950208"/>
            <a:ext cx="3977639" cy="1005840"/>
          </a:xfrm>
          <a:prstGeom prst="rect">
            <a:avLst/>
          </a:prstGeom>
          <a:noFill/>
        </p:spPr>
        <p:txBody>
          <a:bodyPr wrap="square" lIns="18288" rIns="36576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Prendre du plaisir vite sur des sessions courtes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Un jeu accessible sans prise de tête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Progresser à son rythme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4983480"/>
            <a:ext cx="3977639" cy="310896"/>
          </a:xfrm>
          <a:prstGeom prst="rect">
            <a:avLst/>
          </a:prstGeom>
          <a:noFill/>
        </p:spPr>
        <p:txBody>
          <a:bodyPr wrap="square" lIns="0" rIns="45720" tIns="18288" bIns="18288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E2A44"/>
                </a:solidFill>
                <a:latin typeface="Arial"/>
              </a:rPr>
              <a:t>Ses frustrations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18120" y="5321808"/>
            <a:ext cx="3977639" cy="1005840"/>
          </a:xfrm>
          <a:prstGeom prst="rect">
            <a:avLst/>
          </a:prstGeom>
          <a:noFill/>
        </p:spPr>
        <p:txBody>
          <a:bodyPr wrap="square" lIns="18288" rIns="36576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Jeux trop compliqués / exigeants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Tutoriels longs, prise en main lourde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2D5BFF"/>
                </a:solidFill>
                <a:latin typeface="Arial"/>
              </a:rPr>
              <a:t>•  </a:t>
            </a:r>
            <a:r>
              <a:rPr sz="1100">
                <a:solidFill>
                  <a:srgbClr val="1E2A44"/>
                </a:solidFill>
                <a:latin typeface="Arial"/>
              </a:rPr>
              <a:t>Manque de temps pour de longues sessions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</p:spPr>
        <p:txBody>
          <a:bodyPr wrap="square" lIns="0" rIns="45720" tIns="18288" bIns="18288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D5BFF"/>
                </a:solidFill>
                <a:latin typeface="Arial"/>
              </a:rPr>
              <a:t>B3.A2.C1  ·  USER PERSONA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